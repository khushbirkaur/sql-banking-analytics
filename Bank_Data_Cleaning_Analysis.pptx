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370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DATA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ANALYSIS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 of the SQL-based data cleaning pipeline,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enforcement, fraud detection, and customer analytics.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38862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176272" y="3886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95344" y="38862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95344" y="3886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14416" y="38862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14416" y="3886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33488" y="38862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33488" y="3886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969BEA-E8F7-6002-00EF-4343E0C99F5F}"/>
              </a:ext>
            </a:extLst>
          </p:cNvPr>
          <p:cNvSpPr txBox="1"/>
          <p:nvPr/>
        </p:nvSpPr>
        <p:spPr>
          <a:xfrm>
            <a:off x="6805245" y="4387334"/>
            <a:ext cx="24231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Khushbir Kaur </a:t>
            </a:r>
            <a:r>
              <a:rPr lang="en-IN" dirty="0" err="1">
                <a:solidFill>
                  <a:schemeClr val="bg1"/>
                </a:solidFill>
              </a:rPr>
              <a:t>Bamrah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sz="1100" dirty="0">
                <a:solidFill>
                  <a:schemeClr val="bg1"/>
                </a:solidFill>
              </a:rPr>
              <a:t>https://github.com/khushbirkaur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731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17957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7552" y="11795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490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and source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731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04825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7552" y="20482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 Setup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2359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copy for cleaning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731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91693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87552" y="29169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Fixes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3227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whitespace, type corrections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731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378561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87552" y="37856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Rules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4096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multi-value conflicts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1430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46320" y="1143000"/>
            <a:ext cx="731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83480" y="117957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68112" y="11795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Enforcement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68112" y="1490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KYC, Loan &amp; Account logic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0116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46320" y="2011680"/>
            <a:ext cx="731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83480" y="204825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68112" y="20482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68112" y="2359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suspicious transactions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88036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46320" y="2880360"/>
            <a:ext cx="731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83480" y="291693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68112" y="29169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68112" y="3227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branch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Clean a raw, unclean bank dataset using SQL and derive meaningful business insights.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6654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10512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table: `bank unclean dataset` loaded into MySQL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9806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10512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STAGING TABLE to preserve the original and perform all operations safely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2958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3474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10512" y="3474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null handling, type fixes, deduplication, business rule logic, fraud detection &amp; analytics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26110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4206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10512" y="4206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consistent dataset ready for reporting, dashboards, or machine learning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STAGING TABLE?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original raw data untouched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are made on the copy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9077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rollback if something goes wrong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478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best practice for data cleaning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3291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USED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536192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BANK_STAGING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LIKE `bank unclean dataset`;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BANK_STAGING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`bank unclean dataset`;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SQL_SAFE_UPDATES = 0;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117957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Null Account IDs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527048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where Account_ID is NULL or empty were deleted — these are invalid records with no identity.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10128" y="117957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Whitespace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527048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TRIM() to all text columns: Customer_Name, Gender, Branch, IFSC_Code, etc.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36208" y="117957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Names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6208" y="1527048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 nulls replaced with 'Unknown' — avoids dropping useful transaction records.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7432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4048" y="300837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355848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AVG(Age) = 45 from non-null rows and used it to fill missing age values.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10128" y="300837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Age Datatype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355848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column was stored as TEXT. Changed to INT using ALTER TABLE … MODIFY COLUMN.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26480" y="288036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36208" y="300837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Gender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36208" y="3355848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or blank Gender values set to 'Other' — neutral and inclusive fallback.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 Found: Same Account_ID had multiple different Customer Names, Ages, Genders, Account Types, Branches, and IFSC Codes — a clear data quality issue!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Standardize using MIN() per Account_ID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4937760" cy="2514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4663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bank_staging b1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Account_ID,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MIN(Customer_Name) AS Customer_Name,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MIN(Age) AS Age,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MIN(Gender) AS Gender,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MIN(Account_Type) AS Account_Type,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MIN(Branch) AS Branch,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MIN(IFSC_Code) AS IFSC_Code,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MIN(KYC_Status) AS KYC_Status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bank_staging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Account_ID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b2 ON b1.Account_ID = b2.Account_ID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b1.Customer_Name = b2.Customer_Name,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b1.Age = b2.Age, ...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2286000"/>
            <a:ext cx="32004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66928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Standardized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2724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3895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4187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IFSC_Code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4480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KYC_Status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 &amp; TYPE FIXES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Convention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transactions → positive amount (+)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3500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transactions → negative amount (−)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3035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ABS() to normalize first, then applied sign based on type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7216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all amounts are mathematically consistent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023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9204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Transaction_Type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664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Transaction_Amount &gt; 0 → set type = 'credit'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23500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Transaction_Amount &lt; 0 → set type = 'debit'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3035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step: standardize all to lowercase using LOWER()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37216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'Credit', 'CREDIT', 'credit' inconsistencies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ENFORCEMENT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challenge: KYC_Status, Loan_Status, Account_Status, and Credit_Score are all interlinked. Missing values in one must be inferred from others using banking logic.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1828800" cy="475488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8912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627632"/>
            <a:ext cx="2011680" cy="475488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267712" y="16276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627632"/>
            <a:ext cx="2011680" cy="475488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279392" y="16276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27632"/>
            <a:ext cx="2286000" cy="475488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91072" y="16276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Loan 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182880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38912" y="21031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2103120"/>
            <a:ext cx="201168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267712" y="2103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06240" y="2103120"/>
            <a:ext cx="201168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279392" y="2103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103120"/>
            <a:ext cx="228600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91072" y="21031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Approved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578608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38912" y="25786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580–749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94560" y="2578608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267712" y="25786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/ Pending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2578608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279392" y="25786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2578608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91072" y="25786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054096"/>
            <a:ext cx="182880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38912" y="30540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580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194560" y="3054096"/>
            <a:ext cx="201168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267712" y="30540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/ Rejected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06240" y="3054096"/>
            <a:ext cx="201168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279392" y="30540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/ Closed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3054096"/>
            <a:ext cx="228600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291072" y="30540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Rejected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529584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38912" y="352958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750 (Dormant)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94560" y="3529584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267712" y="35295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06240" y="3529584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279392" y="35295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17920" y="3529584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291072" y="352958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005072"/>
            <a:ext cx="182880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38912" y="40050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194560" y="4005072"/>
            <a:ext cx="201168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267712" y="40050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206240" y="4005072"/>
            <a:ext cx="201168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279392" y="40050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17920" y="4005072"/>
            <a:ext cx="228600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291072" y="40050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Rejected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0292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KYC Pending or Rejected always triggers Loan Rejection, regardless of credit score.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were flagged as SUSPICIOUS (not necessarily fraud) based on three conditions: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764792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Transaction Amount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9476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ABS(Transaction_Amount) &gt; ₹1,00,000 is flagged. Unusually high amounts need manual review.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281635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 after Debit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99923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Transaction_Type = 'Debit' AND Balance &lt; 0, the account has been overdrafted — suspicious.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386791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on Closed/Inactive Account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05079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above ₹50,000 on Closed or Inactive accounts are a strong fraud signal.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ABS(Transaction_Amount) &gt; 100000  OR  (Transaction_Type = 'Debit' AND Balance &lt; 0)  OR  (ACCOUNT_STATUS IN ('Closed','Inactive') AND ABS(Transaction_Amount) &gt; 50000)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105156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Account Type + Account Status + Loan Status → counts total customers per segment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414016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Age Group: Minor (&lt;18), Adults (18–59), Senior Citizen (60+)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3163824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Balance: Positive vs Negative balance customers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55848" y="105156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Customer Identification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55848" y="166420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&lt; 580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2414016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Status is Pending or Rejected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3163824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 is Rejected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391363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Status is Inactive or Closed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05156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17920" y="1051560"/>
            <a:ext cx="2788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27648" y="105156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Performance Evaluation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27648" y="166420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unique customers per branch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7648" y="2414016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balance held per branch (SUM)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7648" y="3163824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approved loans per branch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391363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total balance descending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LOAN APPROVAL DECISIONS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systematic, multi-factor approach was used — not just credit score alone.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5029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4996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55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filter. Score ≥ 750 = Approved, 580–749 = Pending, &lt; 580 = Rejected.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5029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450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cannot be approved if KYC is Pending or Rejected, regardless of credit score.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871216"/>
            <a:ext cx="5029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8712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8895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Status Check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1455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accounts are eligible; Closed/Dormant accounts lead to Rejection.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5029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5844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Fields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8404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business logic to fill NULL Loan, KYC, and Account status values logically.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261104"/>
            <a:ext cx="5029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2611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42793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5354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were validated against each other — a Closed account can't have Approved loan.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accomplished in this project: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023360" cy="10241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Data Cleaning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0078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null IDs, trimmed spaces, filled missing values, fixed datatypes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298448"/>
            <a:ext cx="4023360" cy="10241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9204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Consistency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70078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multi-value conflicts per Account_ID using MIN() grouping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023360" cy="10241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Business Rules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87121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banking logic to fill KYC, Loan, and Account Status coherently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4023360" cy="10241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92040" y="2542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Fraud 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87121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suspicious transactions using amount thresholds and account state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4023360" cy="10241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3712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04164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customers by type, age, balance; evaluated branch performance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639312"/>
            <a:ext cx="4023360" cy="10241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92040" y="3712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Outcome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404164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reliable dataset ready for dashboards, reporting, or ML models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1244</Words>
  <Application>Microsoft Office PowerPoint</Application>
  <PresentationFormat>On-screen Show (16:9)</PresentationFormat>
  <Paragraphs>209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Data Cleaning &amp; Analysis</dc:title>
  <dc:subject>PptxGenJS Presentation</dc:subject>
  <dc:creator>PptxGenJS</dc:creator>
  <cp:lastModifiedBy>khushbir kaur</cp:lastModifiedBy>
  <cp:revision>2</cp:revision>
  <dcterms:created xsi:type="dcterms:W3CDTF">2026-05-17T06:16:34Z</dcterms:created>
  <dcterms:modified xsi:type="dcterms:W3CDTF">2026-05-17T06:32:18Z</dcterms:modified>
</cp:coreProperties>
</file>